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714750" y="3714750"/>
            <a:ext cx="5143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Hands-free phone control by hum, pop and hiss.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714750" y="4114800"/>
            <a:ext cx="5143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PROJECT OVERVIEW  ·  VOX / CANTI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01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311467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The idea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25431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WHAT CANTI IS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85775" y="1314450"/>
            <a:ext cx="4114800" cy="3371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300" b="1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You make a small sound. The phone swipes, taps or goes back.</a:t>
            </a:r>
            <a:endParaRPr lang="en-US" sz="13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 words needed: hums that rise, fall, arch or dip, lip pops, tongue clicks, hisses and whistles, plus sounds you invent.</a:t>
            </a:r>
            <a:endParaRPr lang="en-US" sz="13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Spoken phrases are an opt-in extra, opened by "pop pop".</a:t>
            </a:r>
            <a:endParaRPr lang="en-US" sz="13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Pitch is read relative to where each hum starts, never as an absolute note. Absolute notes lost in the prior art: 2.6 s against 1.4 s per target (Sporka 2006).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172075" y="885825"/>
            <a:ext cx="24860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EIGHT SOUNDS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257800" y="2228850"/>
            <a:ext cx="857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RISE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115050" y="2228850"/>
            <a:ext cx="857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FALL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972300" y="2228850"/>
            <a:ext cx="857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ARCH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829550" y="2228850"/>
            <a:ext cx="857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DIP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257800" y="3371850"/>
            <a:ext cx="857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FLAT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115050" y="3371850"/>
            <a:ext cx="857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POP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972300" y="3371850"/>
            <a:ext cx="857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CLICK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829550" y="3371850"/>
            <a:ext cx="857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HISS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02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477202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How it works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13430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1 HEAR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85775" y="2057400"/>
            <a:ext cx="1514475" cy="1285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Pico 2 W pendant with an I2S mic hears each sound.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600325" y="885825"/>
            <a:ext cx="20574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2 DESCRIBE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2714625" y="2057400"/>
            <a:ext cx="1514475" cy="1285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It writes the sound as one line of text and sends it over Bluetooth LE.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829175" y="885825"/>
            <a:ext cx="16573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3 DECIDE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943475" y="2057400"/>
            <a:ext cx="1514475" cy="1285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phone groups sounds, reads the screen, and picks the action.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058025" y="885825"/>
            <a:ext cx="11715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4 ACT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172325" y="2057400"/>
            <a:ext cx="1514475" cy="1285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Android swipes, taps or goes back, then checks that it worked.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829050"/>
            <a:ext cx="57150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WHAT THE PENDANT SENDS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171950"/>
            <a:ext cx="82867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hum that rises from low to high; pitch change large; duration short; …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03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420052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The sounds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31718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DEFAULT BINDINGS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71500" y="1343025"/>
            <a:ext cx="2000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ONE SOUND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028700" y="1600200"/>
            <a:ext cx="65722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RISE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114675" y="1571625"/>
            <a:ext cx="7715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swipe up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028700" y="1971675"/>
            <a:ext cx="6858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FALL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2914650" y="1943100"/>
            <a:ext cx="9715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swipe down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8700" y="2343150"/>
            <a:ext cx="77152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ARCH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2828925" y="2314575"/>
            <a:ext cx="10572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swipe right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28700" y="2714625"/>
            <a:ext cx="5143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DIP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914650" y="2686050"/>
            <a:ext cx="9715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swipe left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28700" y="3086100"/>
            <a:ext cx="6858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FLAT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2914650" y="3057525"/>
            <a:ext cx="9715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long press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28700" y="3457575"/>
            <a:ext cx="6858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HISS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86150" y="3429000"/>
            <a:ext cx="4000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28700" y="3829050"/>
            <a:ext cx="60007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POP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3571875" y="3800475"/>
            <a:ext cx="3143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tap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343400" y="1343025"/>
            <a:ext cx="2000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SEQUENCES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229225" y="1600200"/>
            <a:ext cx="15430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HISS CLICK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8172450" y="1571625"/>
            <a:ext cx="4000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229225" y="2000250"/>
            <a:ext cx="168592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CLICK CLICK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8172450" y="1971675"/>
            <a:ext cx="4000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home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229225" y="2400300"/>
            <a:ext cx="15430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CLICK HISS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7886700" y="2371725"/>
            <a:ext cx="6858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forward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229225" y="2800350"/>
            <a:ext cx="122872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POP POP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7972425" y="2771775"/>
            <a:ext cx="6000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listen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229225" y="3200400"/>
            <a:ext cx="174307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RISE + HOLD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7258050" y="3171825"/>
            <a:ext cx="13144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keep scrolling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200525" y="3714750"/>
            <a:ext cx="451485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lone pop taps only from the pendant; phone-mic pops do nothing. Every binding can be changed per app.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04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454342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The pendant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18859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HARDWARE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000125" y="1428750"/>
            <a:ext cx="10858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BOARD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3514725" y="1400175"/>
            <a:ext cx="1228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Pico 2 W · $7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00125" y="1828800"/>
            <a:ext cx="6286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MIC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228975" y="1800225"/>
            <a:ext cx="15144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INMP441 I2S MEMS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00125" y="2228850"/>
            <a:ext cx="20002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WIRED BUILD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057650" y="2200275"/>
            <a:ext cx="685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~$15–20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00125" y="2628900"/>
            <a:ext cx="22574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WITH BATTERY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057650" y="2600325"/>
            <a:ext cx="685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~$25–32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00125" y="3028950"/>
            <a:ext cx="16002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FIRMWARE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3000375"/>
            <a:ext cx="13144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vox_node 0.2.2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00125" y="3429000"/>
            <a:ext cx="20574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FLASH / RAM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3314700" y="3400425"/>
            <a:ext cx="1428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519 KB / 270 KB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228600" y="4229100"/>
            <a:ext cx="4857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Worn as a necklace in a 3D-printed case. It runs from a USB power bank.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00675" y="885825"/>
            <a:ext cx="21717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ONE BUTTON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514975" y="1400175"/>
            <a:ext cx="17430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5 PRESSES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7800975" y="1371600"/>
            <a:ext cx="857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arm / off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514975" y="1857375"/>
            <a:ext cx="12573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1 CLICK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143750" y="1828800"/>
            <a:ext cx="15144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gesture ⇄ cursor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514975" y="2314575"/>
            <a:ext cx="14573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HOLD 1 S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7429500" y="2286000"/>
            <a:ext cx="1228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disarm, sleep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514975" y="2771775"/>
            <a:ext cx="14859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HOLD 5 S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7429500" y="2743200"/>
            <a:ext cx="1228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pair for 60 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257800" y="3914775"/>
            <a:ext cx="36576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sound cannot reliably stop the thing that is misreading sounds, so stop lives on the button.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05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328612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The case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26574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PRINTED PARTS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85775" y="3571875"/>
            <a:ext cx="23431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BASE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3343275" y="3571875"/>
            <a:ext cx="23431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LID, INSIDE UP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400175" y="4029075"/>
            <a:ext cx="14287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PLUNGER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400175" y="4286250"/>
            <a:ext cx="171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presses the button through the lid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371975" y="4029075"/>
            <a:ext cx="13716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MIC CLIP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371975" y="4286250"/>
            <a:ext cx="1371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holds the mic in the lid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257925" y="885825"/>
            <a:ext cx="12001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PRINT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343650" y="1285875"/>
            <a:ext cx="2343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BASE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343650" y="1514475"/>
            <a:ext cx="2343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 face down · 1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343650" y="1714500"/>
            <a:ext cx="2343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LID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343650" y="1943100"/>
            <a:ext cx="2343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outer face down · 1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343650" y="2143125"/>
            <a:ext cx="2343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PLUNGER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343650" y="2371725"/>
            <a:ext cx="2343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flange down · 1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343650" y="2571750"/>
            <a:ext cx="2343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MIC CLIP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343650" y="2800350"/>
            <a:ext cx="2343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flat · print 2–3, tiny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343650" y="3000375"/>
            <a:ext cx="2343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FIT TEST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343650" y="3228975"/>
            <a:ext cx="2343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optional: board fit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343650" y="3429000"/>
            <a:ext cx="2343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MIC TEST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6343650" y="3657600"/>
            <a:ext cx="2343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optional: pocket, 10 min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343650" y="3971925"/>
            <a:ext cx="234315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PLA, 0.2 mm layers, no supports. About 55 × 75 × 20 mm plus the necklace loop.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06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545782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Moving the mic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38004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V1 · UNDER THE BOARD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457575"/>
            <a:ext cx="3600450" cy="1314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200"/>
              </a:spcAft>
              <a:buSzPct val="100000"/>
              <a:buChar char="■"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pocket on the back wall, under the board, with the port through the back.</a:t>
            </a:r>
            <a:endParaRPr lang="en-US" sz="1000" dirty="0"/>
          </a:p>
          <a:p>
            <a:pPr algn="l" marL="177800" indent="-177800">
              <a:spcAft>
                <a:spcPts val="200"/>
              </a:spcAft>
              <a:buSzPct val="100000"/>
              <a:buChar char="■"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Six short wires soldered to the board.</a:t>
            </a:r>
            <a:endParaRPr lang="en-US" sz="1000" dirty="0"/>
          </a:p>
          <a:p>
            <a:pPr algn="l" marL="177800" indent="-177800">
              <a:spcAft>
                <a:spcPts val="200"/>
              </a:spcAft>
              <a:buSzPct val="100000"/>
              <a:buChar char="■"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Way too hard to work with: to reach the mic, the whole board comes out.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00625" y="885825"/>
            <a:ext cx="26574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V2 · IN THE LID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086350" y="3314700"/>
            <a:ext cx="3600450" cy="1457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200"/>
              </a:spcAft>
              <a:buSzPct val="100000"/>
              <a:buChar char="■"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Clipped into a pocket in the lid, over a 2 mm hole.</a:t>
            </a:r>
            <a:endParaRPr lang="en-US" sz="1000" dirty="0"/>
          </a:p>
          <a:p>
            <a:pPr algn="l" marL="177800" indent="-177800">
              <a:spcAft>
                <a:spcPts val="200"/>
              </a:spcAft>
              <a:buSzPct val="100000"/>
              <a:buChar char="■"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Five Dupont wires plug onto a header on the board.</a:t>
            </a:r>
            <a:endParaRPr lang="en-US" sz="1000" dirty="0"/>
          </a:p>
          <a:p>
            <a:pPr algn="l" marL="177800" indent="-177800">
              <a:spcAft>
                <a:spcPts val="200"/>
              </a:spcAft>
              <a:buSzPct val="100000"/>
              <a:buChar char="■"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Unplug the lid and the mic comes with it: easy to swap or take out.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07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625792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The mic in the lid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20859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MIC POCKET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3171825" y="2257425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C-CLIP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457575"/>
            <a:ext cx="3829050" cy="1314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lid's pocket, printed on its own as mic_test.stl (about 10 minutes) to check the module, foam and clip fit before the whole lid.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829175" y="885825"/>
            <a:ext cx="19145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THE STACK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629400" y="1285875"/>
            <a:ext cx="20859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fabric disc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629400" y="1543050"/>
            <a:ext cx="20859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lid, 2 mm hole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29400" y="1800225"/>
            <a:ext cx="20859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foam ring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2028825"/>
            <a:ext cx="20859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mic, label side up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629400" y="2257425"/>
            <a:ext cx="20859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C-clip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2514600"/>
            <a:ext cx="20859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 wires to the board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29175" y="3228975"/>
            <a:ext cx="1714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THE PLUG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886325" y="3629025"/>
            <a:ext cx="7143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GND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657850" y="3629025"/>
            <a:ext cx="7143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3V3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429375" y="3629025"/>
            <a:ext cx="7143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SD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200900" y="3629025"/>
            <a:ext cx="7143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WS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972425" y="3629025"/>
            <a:ext cx="7143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SCK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4886325" y="4000500"/>
            <a:ext cx="382905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100"/>
              </a:spcAft>
              <a:buSzPct val="100000"/>
              <a:buChar char="■"/>
            </a:pPr>
            <a:r>
              <a:rPr lang="en-US" sz="9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right-angle header, column 9, rows 3–7: the plug lies flat under the lid.</a:t>
            </a:r>
            <a:endParaRPr lang="en-US" sz="900" dirty="0"/>
          </a:p>
          <a:p>
            <a:pPr algn="l" marL="177800" indent="-177800">
              <a:spcAft>
                <a:spcPts val="100"/>
              </a:spcAft>
              <a:buSzPct val="100000"/>
              <a:buChar char="■"/>
            </a:pPr>
            <a:r>
              <a:rPr lang="en-US" sz="9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8–9 cm of cable: the lid sets down beside the case, still plugged in.</a:t>
            </a:r>
            <a:endParaRPr lang="en-US" sz="900" dirty="0"/>
          </a:p>
          <a:p>
            <a:pPr algn="l" marL="177800" indent="-177800">
              <a:spcAft>
                <a:spcPts val="100"/>
              </a:spcAft>
              <a:buSzPct val="100000"/>
              <a:buChar char="■"/>
            </a:pPr>
            <a:r>
              <a:rPr lang="en-US" sz="9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L/R is bridged to GND on the module, so 5 wires, not 6.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08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682942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Mapped, then built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20288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BOARD MAP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00075" y="2800350"/>
            <a:ext cx="828675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PICO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2800350" y="1485900"/>
            <a:ext cx="15144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MIC ZONE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2800350" y="1743075"/>
            <a:ext cx="15144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parts under 4 mm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2800350" y="2114550"/>
            <a:ext cx="15144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LED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2800350" y="2371725"/>
            <a:ext cx="15144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GP13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2800350" y="2743200"/>
            <a:ext cx="15144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BUTTON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2800350" y="3000375"/>
            <a:ext cx="15144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GP14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800350" y="3371850"/>
            <a:ext cx="15144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MIC PLUG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800350" y="3629025"/>
            <a:ext cx="15144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col 9, rows 3–7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2800350" y="4086225"/>
            <a:ext cx="15144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USB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2800350" y="4343400"/>
            <a:ext cx="15144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486275"/>
            <a:ext cx="382905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1:1 template (layout.svg): print it, check the 40 mm bar, build the board on it.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4829175" y="885825"/>
            <a:ext cx="38862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BUILD BOOK · 28 STEPS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000625" y="1314450"/>
            <a:ext cx="36004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BREADBOARD · 1–10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4914900" y="1657350"/>
            <a:ext cx="37719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1–4 Pico headers, button, LED, flash and test.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5–10 rails, mic wires, L/R bridge, mic level.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000625" y="2200275"/>
            <a:ext cx="36004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NECKLACE · 11–28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4914900" y="2543175"/>
            <a:ext cx="377190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11–15 template, place and solder the Pico.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16–21 LED, button, mic header, beep test.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22–28 measure, print, foam ring, plug, mic into the lid, close.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5000625" y="3457575"/>
            <a:ext cx="36004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MEASURE FIRST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4914900" y="3800475"/>
            <a:ext cx="377190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Measured values drive every hole in the OpenSCAD model. Asserts stop a change that breaks a fit, and the clash check must come out empty.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09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362902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Listening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23145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EVERY 10 MS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14450"/>
            <a:ext cx="197167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16 KHZ MIC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2657475" y="1314450"/>
            <a:ext cx="11430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PITCH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029075" y="1314450"/>
            <a:ext cx="117157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LABEL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828800"/>
            <a:ext cx="48577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Every 10 ms the pendant looks at the last 32 ms of sound, tracks pitch (MPM) and the noise floor, and labels each finished sound: rise, fall, arch, dip, flat, pop, click, hiss or unknown. The code is a C++ port of the Python reference extractor, on the Pico's second core.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171825"/>
            <a:ext cx="15716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HOP COST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086225" y="3143250"/>
            <a:ext cx="1228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16% of budget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800475"/>
            <a:ext cx="20288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CORE 1 LOAD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829175" y="3771900"/>
            <a:ext cx="4857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15.6%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429125"/>
            <a:ext cx="22860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TEST VECTORS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171950" y="4400550"/>
            <a:ext cx="1143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 / 19 pass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857875" y="885825"/>
            <a:ext cx="16573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BLE LINK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029325" y="1400175"/>
            <a:ext cx="10572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EVENT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001000" y="1371600"/>
            <a:ext cx="6000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notify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029325" y="1771650"/>
            <a:ext cx="12001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CONFIG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115300" y="1743075"/>
            <a:ext cx="4857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write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029325" y="2143125"/>
            <a:ext cx="8001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INFO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201025" y="2114550"/>
            <a:ext cx="4000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read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0" y="2686050"/>
            <a:ext cx="2743200" cy="202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Encrypted bonding; new bonds only in a 60 s window.</a:t>
            </a:r>
            <a:endParaRPr lang="en-US" sz="1100" dirty="0"/>
          </a:p>
          <a:p>
            <a:pPr algn="l" marL="177800" indent="-1778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Every command gets one reply, or times out at 1.5 s.</a:t>
            </a:r>
            <a:endParaRPr lang="en-US" sz="1100" dirty="0"/>
          </a:p>
          <a:p>
            <a:pPr algn="l" marL="177800" indent="-1778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dropped link disarms.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10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482917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On the phone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23431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ANDROID APP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28625" y="1343025"/>
            <a:ext cx="14287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SOURCE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28625" y="1885950"/>
            <a:ext cx="14287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pendant, phone mic or USB mic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143125" y="1343025"/>
            <a:ext cx="14287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GROUP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2143125" y="1885950"/>
            <a:ext cx="14287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groups sounds on the device clock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857625" y="1343025"/>
            <a:ext cx="14287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MATCH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857625" y="1885950"/>
            <a:ext cx="14287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matches your enrolled sounds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572125" y="1343025"/>
            <a:ext cx="14287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DECIDE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572125" y="1885950"/>
            <a:ext cx="14287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rules first, a model for hard cases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286625" y="1343025"/>
            <a:ext cx="14287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ACT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286625" y="1885950"/>
            <a:ext cx="14287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gestures via accessibility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71475" y="2886075"/>
            <a:ext cx="14859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GUARDS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286125"/>
            <a:ext cx="3829050" cy="1514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Likes, follows and shares need a confirm pop.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stale screen tree is refused.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Model calls time out; late answers are dropped.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29175" y="2886075"/>
            <a:ext cx="16573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PHRASES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914900" y="3286125"/>
            <a:ext cx="3771900" cy="1514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"pop pop" opens a 6 s window.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On-device speech recognition, offline.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Timers, volume, open app, tap a target, type.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11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328612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Deciding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22002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RULES FIRST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85875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Seconds from the end of a sound to the action (estimates):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2925" y="18288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FAST PATH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2925" y="24003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PHONE MODEL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2925" y="29718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CLOUD MODEL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200025" y="3686175"/>
            <a:ext cx="6858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285875" y="3686175"/>
            <a:ext cx="6858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0.25 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371725" y="3686175"/>
            <a:ext cx="6858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0.5 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457575" y="3686175"/>
            <a:ext cx="6858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0.75 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543425" y="3686175"/>
            <a:ext cx="6858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1.0 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943350"/>
            <a:ext cx="4572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225 ms lag tripled pointing errors (MacKenzie &amp; Ware 1993). So fixed bindings act locally, and models only get what rules cannot settle.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572125" y="885825"/>
            <a:ext cx="14573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MODELS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086475" y="1314450"/>
            <a:ext cx="26289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RULES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086475" y="1600200"/>
            <a:ext cx="2600325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On the phone today.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086475" y="1957388"/>
            <a:ext cx="26289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VERDICT 118M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086475" y="2243138"/>
            <a:ext cx="26003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Target picker. Chosen for the phone; not on it yet.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086475" y="2786063"/>
            <a:ext cx="26289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JEVLIKE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086475" y="3071813"/>
            <a:ext cx="26003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Gesture decider, served on the PC.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086475" y="3614738"/>
            <a:ext cx="26289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CLOUD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6086475" y="3900488"/>
            <a:ext cx="26003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DeepSeek via Ollama, hard cases only.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12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414337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Your voice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28289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TRAIN GESTURES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71550" y="1343025"/>
            <a:ext cx="14287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RISE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2143125" y="1600200"/>
            <a:ext cx="5143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7/8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400425" y="1343025"/>
            <a:ext cx="14287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FALL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572000" y="1600200"/>
            <a:ext cx="5143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0/8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971550" y="2057400"/>
            <a:ext cx="14287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ARCH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143125" y="2314575"/>
            <a:ext cx="5143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5/8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400425" y="2057400"/>
            <a:ext cx="14287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DIP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314575"/>
            <a:ext cx="5143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0/8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971550" y="2771775"/>
            <a:ext cx="14287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FLAT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2143125" y="3028950"/>
            <a:ext cx="5143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0/8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400425" y="2771775"/>
            <a:ext cx="14287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POP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3028950"/>
            <a:ext cx="5143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4/4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971550" y="3486150"/>
            <a:ext cx="14287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CLICK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2143125" y="3743325"/>
            <a:ext cx="5143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2/4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3400425" y="3486150"/>
            <a:ext cx="14287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HISS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0" y="3743325"/>
            <a:ext cx="5143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0/4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428625" y="4171950"/>
            <a:ext cx="47434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Each take is one variation: hummed or whistled, low or high, slow or quick. Takes save as you go.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686425" y="885825"/>
            <a:ext cx="29718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ENROL YOUR OWN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5857875" y="1314450"/>
            <a:ext cx="27432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CUSTOM SOUND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5772150" y="1657350"/>
            <a:ext cx="29146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Invent one (a meow, a trill). It becomes my sound "meow"; bind it with a rule.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857875" y="2286000"/>
            <a:ext cx="27432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IGNORE SOUND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5772150" y="2628900"/>
            <a:ext cx="29146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Your sneeze, the kettle. Always does nothing.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857875" y="3257550"/>
            <a:ext cx="27432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YOUR GESTURE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5772150" y="3600450"/>
            <a:ext cx="29146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Your own rise or pop, trusted over the default.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772150" y="4229100"/>
            <a:ext cx="29146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3–5 examples each, matched on the phone before any model.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13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328612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The look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24288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THE PIXEL KIT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28625" y="1343025"/>
            <a:ext cx="857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INK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28625" y="1571625"/>
            <a:ext cx="857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1D2757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400175" y="1343025"/>
            <a:ext cx="1028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PAPER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400175" y="1571625"/>
            <a:ext cx="1028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DDEBD3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2600325" y="1257300"/>
            <a:ext cx="29146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Two tones, no greys. A shade is a density of dots.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28625" y="2000250"/>
            <a:ext cx="120015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MAIN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685925" y="2000250"/>
            <a:ext cx="120015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PRESS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943225" y="2000250"/>
            <a:ext cx="120015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OFF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200525" y="2000250"/>
            <a:ext cx="120015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FOCUS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28625" y="2600325"/>
            <a:ext cx="50863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Buttons: double frame for the main action, inverted when pressed, dotted when disabled, corner brackets for focus.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71525" y="3600450"/>
            <a:ext cx="10287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EMPTY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4200525" y="3200400"/>
            <a:ext cx="13144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Hatch for empty areas; pips and bars for meters; motion flickers on in whole steps, never fades.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28625" y="4343400"/>
            <a:ext cx="50863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Type here: Silkscreen for titles and labels, IBM Plex Mono for reading. The app uses Press Start 2P and Tiny5.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029325" y="885825"/>
            <a:ext cx="16002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SIGNALS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543675" y="1343025"/>
            <a:ext cx="2000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LISTENING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543675" y="1771650"/>
            <a:ext cx="2000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WAITING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543675" y="2200275"/>
            <a:ext cx="2000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STOP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0" y="4572000"/>
            <a:ext cx="2857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Canti, the badge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14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580072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Where it stands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39147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ROUND 6 · 2026-09-27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85825" y="1285875"/>
            <a:ext cx="17716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JVM TESTS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43775" y="1257300"/>
            <a:ext cx="13144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498 / 498 pass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85825" y="1685925"/>
            <a:ext cx="12287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PYTEST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972300" y="1657350"/>
            <a:ext cx="16859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145 pass + 8 xfail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85825" y="2057400"/>
            <a:ext cx="13430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FLUTTER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15100" y="2028825"/>
            <a:ext cx="21431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94 ui + 10 desktop pass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85825" y="2457450"/>
            <a:ext cx="28289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FIRMWARE PARITY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258175" y="2428875"/>
            <a:ext cx="4000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pass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85825" y="2828925"/>
            <a:ext cx="34290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VERDICT WRONG TAPS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886575" y="2800350"/>
            <a:ext cx="17716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0.036 (bound 0.050)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85825" y="3228975"/>
            <a:ext cx="35433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VERDICT NONE RECALL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7229475" y="3200400"/>
            <a:ext cx="1428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0.62 (gate 0.8)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85825" y="3600450"/>
            <a:ext cx="26003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EMULATOR SUITE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058025" y="3571875"/>
            <a:ext cx="1600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 pass · 11 fail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85825" y="4000500"/>
            <a:ext cx="21431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PENDANT MIC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7229475" y="3971925"/>
            <a:ext cx="1428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reads all zeros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85825" y="4371975"/>
            <a:ext cx="24288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B4A CROSS-FIT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972300" y="4343400"/>
            <a:ext cx="16859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interrupted, rerun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15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202882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Next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16573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DO FIRST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28625" y="1285875"/>
            <a:ext cx="37147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257300"/>
            <a:ext cx="4686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Find why 11 emulator tests fail: gesture confirmation and cursor taps.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28625" y="1857375"/>
            <a:ext cx="37147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2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828800"/>
            <a:ext cx="4686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Check the pendant mic wiring on the lid header.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28625" y="2428875"/>
            <a:ext cx="37147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3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400300"/>
            <a:ext cx="4686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Rerun the Verdict b4a cross-fit and refit the phone thresholds.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28625" y="3000375"/>
            <a:ext cx="37147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4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971800"/>
            <a:ext cx="4686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Calibrate the phone mic: clicks, whistle, hiss, room.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28625" y="3571875"/>
            <a:ext cx="37147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5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543300"/>
            <a:ext cx="4686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Recapture three screen sets with the badge hidden.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28625" y="4143375"/>
            <a:ext cx="37147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6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114800"/>
            <a:ext cx="4686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Fold this session into the decision log.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143625" y="885825"/>
            <a:ext cx="21145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HOUSE RULE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229350" y="1285875"/>
            <a:ext cx="2457450" cy="942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Before any phone install: run the emulator suite and a launch check. Unit tests never build the real screen, and that let a launch crash through.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6250" y="1771650"/>
            <a:ext cx="42862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Thanks.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4286250" y="2514600"/>
            <a:ext cx="4286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286250" y="302895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Design docs: wiki/index.md  ·  Brand: brand/README.md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VOX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Canti: project overview</dc:title>
  <dc:subject>PptxGenJS Presentation</dc:subject>
  <dc:creator>PptxGenJS</dc:creator>
  <cp:lastModifiedBy>PptxGenJS</cp:lastModifiedBy>
  <cp:revision>1</cp:revision>
  <dcterms:created xsi:type="dcterms:W3CDTF">2026-09-27T14:46:07Z</dcterms:created>
  <dcterms:modified xsi:type="dcterms:W3CDTF">2026-09-27T14:46:07Z</dcterms:modified>
</cp:coreProperties>
</file>