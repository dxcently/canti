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14750" y="371475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Hands-free phone control by hum, pop and hiss.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714750" y="41148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PROJECT OVERVIEW  ·  VOX / CANTI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nti/docs/deck/inspiration/canti-fl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96" y="1285875"/>
            <a:ext cx="987408" cy="2514600"/>
          </a:xfrm>
          <a:prstGeom prst="rect">
            <a:avLst/>
          </a:prstGeom>
        </p:spPr>
      </p:pic>
      <p:pic>
        <p:nvPicPr>
          <p:cNvPr id="3" name="Image 1" descr="/home/user/Canti/docs/deck/inspiration/yond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1308940"/>
            <a:ext cx="2457450" cy="246847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85825" y="142875"/>
            <a:ext cx="1743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371475" y="885825"/>
            <a:ext cx="22574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CANTI · FLCL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862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look: FLCL's robot gives the app its name and colours.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3286125" y="885825"/>
            <a:ext cx="1343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YONDU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3371850" y="3886200"/>
            <a:ext cx="2400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feeling: whistle, and something across the room moves.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315075" y="885825"/>
            <a:ext cx="1943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SPARK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1285875"/>
            <a:ext cx="2286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Augmental VOX: a $200 mic you wear to whisper-type. It is just a mic pointed at yourself, so I built my own.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372225" y="26289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AUGMENTAL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686675" y="26289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$200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372225" y="32004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CANTI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6675" y="3200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~$15–20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0" y="3857625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I always wanted an auto-scroller for reels.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451485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Photos: Marvel; Production I.G / Gainax.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3686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What it 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457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28700" y="1285875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HEAR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1543050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pendant or the phone mic hears a sound.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8700" y="217170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DESCRIBE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428875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becomes one line of text, sent over Bluetooth.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3057525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3314700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first; a small model for spoken phrases.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" y="394335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4200525"/>
            <a:ext cx="325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Android swipes, taps or goes back, then checks.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29175" y="885825"/>
            <a:ext cx="2486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EIGHT SOUNDS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00625" y="22002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RISE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72175" y="22002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FALL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43725" y="22002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ARCH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15275" y="2200275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00625" y="33147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FLAT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72175" y="33147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POP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43725" y="33147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CLICK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915275" y="33147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14900" y="3714750"/>
            <a:ext cx="37719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rise/fall swipe up/down · arch/dip swipe sideways · hiss back · click click home · pop pop listens for a phrase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6005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Who it helps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571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57250" y="131445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NO TOUCH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57250" y="1571625"/>
            <a:ext cx="480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Limited hand use, tremor, or busy hands: swipe, tap and scroll by sound.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57250" y="1971675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NO WORDS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2228850"/>
            <a:ext cx="480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Hums, pops and clicks work where speech is hard to recognise; your own sounds count too.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7250" y="262890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YOUR RANGE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2886075"/>
            <a:ext cx="480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Calibration and training fit each voice. Pitch is relative, never an absolute note.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3286125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ONE BUTTON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7250" y="3543300"/>
            <a:ext cx="480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Arm, stop and pair with presses. Stopping never depends on the mic.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57250" y="3943350"/>
            <a:ext cx="228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REACH IT ALL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7250" y="4200525"/>
            <a:ext cx="4800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cursor and "tap the search button" reach what gestures cannot.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00575"/>
            <a:ext cx="520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Designed for this; not yet tested with disabled users.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200775" y="885825"/>
            <a:ext cx="2486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LIKE A WIZARD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86500" y="1285875"/>
            <a:ext cx="2400300" cy="3514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Whistle, and it moves.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Scroll a recipe with flour on your hands.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 a video from across the couch.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Let reels auto-scroll while you do something else.</a:t>
            </a:r>
            <a:endParaRPr lang="en-US" sz="1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Next: the desktop and the web.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2028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Demo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3314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UNDER 60 SECONDS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743200"/>
            <a:ext cx="2457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VIDEO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14500" y="3028950"/>
            <a:ext cx="2457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drop the recording here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972175" y="885825"/>
            <a:ext cx="1828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SHOT LIST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29325" y="12858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57975" y="12858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rise, fall: scroll a list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29325" y="17430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657975" y="17430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arch, dip: swipe sideways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29325" y="22002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0:18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657975" y="22002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hiss: back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29325" y="26574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0:24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657975" y="26574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click click: home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029325" y="31146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0:30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657975" y="31146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pop pop, "open YouTube"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29325" y="35718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0:40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657975" y="35718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Shorts: pop pop, then rise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29325" y="40290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0:50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57975" y="4029075"/>
            <a:ext cx="2057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pop pop, "tap search"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29325" y="4486275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 mic. While a video plays, only "pop pop" gets through.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5057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How it's built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343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PENDANT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285875"/>
            <a:ext cx="10858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400300" y="12573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Pico 2 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8625" y="1685925"/>
            <a:ext cx="628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486025" y="165735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INMP441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8625" y="2085975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05740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button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8625" y="2486025"/>
            <a:ext cx="857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400300" y="245745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OpenSCAD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28625" y="2886075"/>
            <a:ext cx="1000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TOTAL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486025" y="2857500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~$15–20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00425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Worn as a necklace, lid against the chest. Or skip it: the phone mic works too.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14725" y="885825"/>
            <a:ext cx="2800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MOVING THE MIC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71875" y="3543300"/>
            <a:ext cx="24860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V1: under the board. </a:t>
            </a:r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Way too hard to work with.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29350" y="3543300"/>
            <a:ext cx="24860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V2: in the lid, on Dupont wires. </a:t>
            </a:r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Unplug the lid and swap the mic.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2771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Models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885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CHAIN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28587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177165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gestures: instant, exact. No LLM needed.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371850" y="128587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71850" y="177165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phrases: 118M, fully on the phone*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315075" y="128587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15075" y="177165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rest: Jev API or Ollama, slower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7147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REAL SCREENS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8625" y="317182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JEVLIKE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171825" y="31718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0.465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28625" y="348615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486150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0.738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28625" y="380047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200525" y="38004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0.852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28625" y="4171950"/>
            <a:ext cx="474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jevlike first → Verdict chosen for phrases → jevlike as teacher → ~12–14 h on the Strix Halo.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86425" y="2771775"/>
            <a:ext cx="1657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PRIVACY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43575" y="3171825"/>
            <a:ext cx="2971800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Verdict: nothing leaves the phone.</a:t>
            </a:r>
            <a:endParaRPr lang="en-US" sz="8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Ollama, $20/mo: as long as you don't mind giving your info away to China.</a:t>
            </a:r>
            <a:endParaRPr lang="en-US" sz="8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*Not shipped yet: "none" recall 0.62, gate 0.8.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2771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3028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MY AGENTIC LOOP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2858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ASK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143125" y="12573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 the hidden edges; confirm before acting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8625" y="18573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43125" y="18288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graph out and document everything first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28625" y="24288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43125" y="24003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pick designs and libraries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8625" y="30003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DISPATCH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43125" y="29718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plans; Eidolon + DeepSeek execute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28625" y="35718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VERIFY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143125" y="35433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tests, parity checks: "looks done" isn't done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28625" y="41433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ITERATE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143125" y="4114800"/>
            <a:ext cx="26860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measure, loop, hand off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43525" y="885825"/>
            <a:ext cx="2200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14975" y="131445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MOBILE DEV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29250" y="1628775"/>
            <a:ext cx="32575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to Android and Dart.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514975" y="2200275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29250" y="2514600"/>
            <a:ext cx="32575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0.447 on real screens at first.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514975" y="308610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PHONE MIC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29250" y="3400425"/>
            <a:ext cx="32575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Videos made gestures: six layers of guards.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514975" y="3971925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29250" y="4286250"/>
            <a:ext cx="32575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final step per voice; holds up across profiles.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714750" y="1428750"/>
            <a:ext cx="5143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Try it today***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714750" y="21717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FOSS, MIT licensed: github.com/dxcently/Canti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714750" y="2628900"/>
            <a:ext cx="51435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*** HUGE asterisks: you still build the APK and turn on the accessibility service. With an Android phone it should just work. Probably. The pendant is optional: the phone mic works.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714750" y="37147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" y="2000250"/>
            <a:ext cx="6858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APPENDIX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28575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details, for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0862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6859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PENDANT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Pico 2 W: RP2350, BLE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INMP441 I2S mic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OpenSCAD case, PLA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343275" y="885825"/>
            <a:ext cx="1800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FIRMWARE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2858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C++, arduino-pico 6.1.1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BTstack GATT, LESC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extractor on core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15075" y="885825"/>
            <a:ext cx="1285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PHONE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2858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Kotlin 2.2, no AndroidX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NDK + JNI: same C++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AccessibilityService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on-device speech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71475" y="2943225"/>
            <a:ext cx="600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UI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432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Flutter add-to-app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 3, no packages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pixel kit + shader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343275" y="2943225"/>
            <a:ext cx="1457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MODELS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3432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PyTorch on ROCm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transformers, ONNX int8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e5: jevlike, Verdict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15075" y="2943225"/>
            <a:ext cx="2657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 + TOOLS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343275"/>
            <a:ext cx="2400300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Jev API, Ollama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DeepSeek executors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agents, Eidolon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NixOS flakes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200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sounds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3171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DEFAULT BINDINGS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3430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ONE SOUND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28700" y="1600200"/>
            <a:ext cx="657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RISE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14675" y="1571625"/>
            <a:ext cx="771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swipe up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1971675"/>
            <a:ext cx="68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FALL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14650" y="1943100"/>
            <a:ext cx="971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swipe down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2343150"/>
            <a:ext cx="771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ARCH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28925" y="2314575"/>
            <a:ext cx="1057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swipe right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" y="2714625"/>
            <a:ext cx="51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14650" y="2686050"/>
            <a:ext cx="971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swipe left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" y="3086100"/>
            <a:ext cx="68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FLAT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14650" y="3057525"/>
            <a:ext cx="971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long press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8700" y="3457575"/>
            <a:ext cx="685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86150" y="3429000"/>
            <a:ext cx="400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8700" y="3829050"/>
            <a:ext cx="600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POP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71875" y="3800475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13430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SEQUENCES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29225" y="16002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HISS CLICK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72450" y="1571625"/>
            <a:ext cx="400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29225" y="2000250"/>
            <a:ext cx="16859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CLICK CLICK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72450" y="1971675"/>
            <a:ext cx="400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29225" y="2400300"/>
            <a:ext cx="154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CLICK HISS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886700" y="2371725"/>
            <a:ext cx="685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forward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29225" y="2800350"/>
            <a:ext cx="1228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POP POP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972425" y="2771775"/>
            <a:ext cx="600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listen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229225" y="3200400"/>
            <a:ext cx="1743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RISE + HOLD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258050" y="3171825"/>
            <a:ext cx="13144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keep scrolling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200525" y="3714750"/>
            <a:ext cx="4514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lone pop taps only from the pendant; phone-mic pops do nothing. Every binding can be changed per app.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543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pendant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885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HARDWARE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0125" y="1428750"/>
            <a:ext cx="10858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514725" y="1400175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Pico 2 W · $7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0125" y="1828800"/>
            <a:ext cx="628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28975" y="1800225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INMP441 I2S MEMS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0125" y="2228850"/>
            <a:ext cx="2000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WIRED BUILD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057650" y="2200275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~$15–20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0125" y="2628900"/>
            <a:ext cx="22574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WITH BATTERY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57650" y="2600325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~$25–32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0125" y="3028950"/>
            <a:ext cx="1600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FIRMWARE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000375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vox_node 0.2.2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0125" y="3429000"/>
            <a:ext cx="2057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FLASH / RAM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14700" y="3400425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519 KB / 270 KB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" y="4229100"/>
            <a:ext cx="4857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Worn as a necklace in a 3D-printed case. It runs from a USB power bank.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00675" y="885825"/>
            <a:ext cx="2171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ONE BUTTON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14975" y="1400175"/>
            <a:ext cx="1743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 PRESSES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800975" y="1371600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/ off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14975" y="1857375"/>
            <a:ext cx="1257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 CLICK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43750" y="1828800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 ⇄ cursor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14975" y="2314575"/>
            <a:ext cx="1457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HOLD 1 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29500" y="2286000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disarm, sleep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14975" y="2771775"/>
            <a:ext cx="1485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HOLD 5 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29500" y="2743200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pair for 60 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914775"/>
            <a:ext cx="365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sound cannot reliably stop the thing that is misreading sounds, so stop lives on the button.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3286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case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657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PRINTED PARTS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5775" y="3571875"/>
            <a:ext cx="2343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43275" y="3571875"/>
            <a:ext cx="2343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LID, INSIDE UP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00175" y="402907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PLUNGER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00175" y="428625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presses the button through the lid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71975" y="4029075"/>
            <a:ext cx="1371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CLIP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71975" y="428625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holds the mic in the lid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57925" y="885825"/>
            <a:ext cx="1200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PRINT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43650" y="128587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BASE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43650" y="1514475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 face down · 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43650" y="171450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LID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43650" y="1943100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outer face down ·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43650" y="21431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PLUNGER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43650" y="2371725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flange down · 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43650" y="25717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CLIP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43650" y="2800350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flat · print 2–3, tiny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43650" y="300037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FIT TEST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43650" y="3228975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optional: board fit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43650" y="342900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TEST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43650" y="3657600"/>
            <a:ext cx="2343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optional: pocket, 10 min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43650" y="3971925"/>
            <a:ext cx="2343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PLA, 0.2 mm layers, no supports. About 55 × 75 × 20 mm plus the necklace loop.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6257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mic in the lid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0859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POCKET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171825" y="22574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C-CLIP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57575"/>
            <a:ext cx="382905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lid's pocket, printed on its own as mic_test.stl (about 10 minutes) to check the module, foam and clip fit before the whole lid.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829175" y="885825"/>
            <a:ext cx="1914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28587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fabric disc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54305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lid, 2 mm hole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8002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foam ring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0288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mic, label side up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2574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C-clip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5146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wires to the board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29175" y="3228975"/>
            <a:ext cx="1714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PLUG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86325" y="3629025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GND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57850" y="3629025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3V3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29375" y="3629025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00900" y="3629025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72425" y="3629025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86325" y="4000500"/>
            <a:ext cx="38290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right-angle header, column 9, rows 3–7: the plug lies flat under the lid.</a:t>
            </a:r>
            <a:endParaRPr lang="en-US" sz="900" dirty="0"/>
          </a:p>
          <a:p>
            <a:pPr algn="l" marL="177800" indent="-177800">
              <a:spcAft>
                <a:spcPts val="1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8–9 cm of cable: the lid sets down beside the case, still plugged in.</a:t>
            </a:r>
            <a:endParaRPr lang="en-US" sz="900" dirty="0"/>
          </a:p>
          <a:p>
            <a:pPr algn="l" marL="177800" indent="-177800">
              <a:spcAft>
                <a:spcPts val="1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L/R is bridged to GND on the module, so 5 wires, not 6.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68294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Mapped, then built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028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BOARD MAP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0075" y="2800350"/>
            <a:ext cx="828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PICO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800350" y="148590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ZONE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800350" y="1743075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parts under 4 mm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00350" y="211455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00350" y="2371725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GP13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800350" y="274320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BUTTON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00350" y="3000375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GP14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00350" y="337185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MIC PLUG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00350" y="3629025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 9, rows 3–7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800350" y="408622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USB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00350" y="4343400"/>
            <a:ext cx="1514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86275"/>
            <a:ext cx="38290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1:1 template (layout.svg): print it, check the 40 mm bar, build the board on it.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29175" y="885825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BUILD BOOK · 28 STEPS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00625" y="1314450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BREADBOARD · 1–10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14900" y="1657350"/>
            <a:ext cx="3771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1–4 Pico headers, button, LED, flash and test.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5–10 rails, mic wires, L/R bridge, mic level.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00625" y="2200275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NECKLACE · 11–28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2543175"/>
            <a:ext cx="3771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11–15 template, place and solder the Pico.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16–21 LED, button, mic header, beep test.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22–28 measure, print, foam ring, plug, mic into the lid, close.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00625" y="3457575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MEASURE FIRST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914900" y="3800475"/>
            <a:ext cx="3771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 values drive every hole in the OpenSCAD model. Asserts stop a change that breaks a fit, and the clash check must come out empty.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3629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Listening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3145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EVERY 10 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14450"/>
            <a:ext cx="19716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16 KHZ MIC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57475" y="1314450"/>
            <a:ext cx="1143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PITCH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029075" y="1314450"/>
            <a:ext cx="11715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LABEL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48577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10 ms the pendant looks at the last 32 ms of sound, tracks pitch (MPM) and the noise floor, and labels each finished sound: rise, fall, arch, dip, flat, pop, click, hiss or unknown. The code is a C++ port of the Python reference extractor, on the Pico's second core.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71825"/>
            <a:ext cx="15716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HOP COST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086225" y="3143250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16% of budget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00475"/>
            <a:ext cx="2028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CORE 1 LOAD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29175" y="37719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15.6%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29125"/>
            <a:ext cx="2286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TEST VECTORS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71950" y="4400550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19 pass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7875" y="885825"/>
            <a:ext cx="1657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BLE LINK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029325" y="1400175"/>
            <a:ext cx="1057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EVENT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13716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notify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29325" y="1771650"/>
            <a:ext cx="1200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CONFIG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115300" y="174307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write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29325" y="2143125"/>
            <a:ext cx="800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INFO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01025" y="2114550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686050"/>
            <a:ext cx="274320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Encrypted bonding; new bonds only in a 60 s window.</a:t>
            </a:r>
            <a:endParaRPr lang="en-US" sz="11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command gets one reply, or times out at 1.5 s.</a:t>
            </a:r>
            <a:endParaRPr lang="en-US" sz="11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dropped link disarms.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829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 the phone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343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ANDROID APP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343025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SOURCE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1885950"/>
            <a:ext cx="142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pendant, phone mic or USB mic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43125" y="1343025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GROUP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43125" y="1885950"/>
            <a:ext cx="142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groups sounds on the device clock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57625" y="1343025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MATCH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57625" y="1885950"/>
            <a:ext cx="142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matches your enrolled sounds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72125" y="1343025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2125" y="1885950"/>
            <a:ext cx="142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first, a model for hard cases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86625" y="1343025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86625" y="1885950"/>
            <a:ext cx="1428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gestures via accessibility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1475" y="2886075"/>
            <a:ext cx="1485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GUARDS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86125"/>
            <a:ext cx="382905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Likes, follows and shares need a confirm pop.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stale screen tree is refused.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 calls time out; late answers are dropped.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29175" y="2886075"/>
            <a:ext cx="1657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PHRASES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14900" y="3286125"/>
            <a:ext cx="377190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"pop pop" opens a 6 s window.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On-device speech recognition, offline.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Timers, volume, open app, tap a target, type.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3286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200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RULES FIRST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Seconds from the end of a sound to the action (estimates):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2925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FAST PATH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2925" y="2400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PHONE MODEL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2925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 MODEL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0025" y="3686175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85875" y="3686175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0.25 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71725" y="3686175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 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57575" y="3686175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0.75 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43425" y="3686175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 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4335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225 ms lag tripled pointing errors (MacKenzie &amp; Ware 1993). So fixed bindings act locally, and models only get what rules cannot settle.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2125" y="885825"/>
            <a:ext cx="2600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WHY CODE WON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743575" y="1314450"/>
            <a:ext cx="2857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PLAN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57850" y="1657350"/>
            <a:ext cx="3028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model on the phone picks each next move from your voice training data.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743575" y="2486025"/>
            <a:ext cx="2857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WHAT I FOUND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57850" y="2828925"/>
            <a:ext cx="3028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Once a sound is labelled, a rule is exact and instant. The errors come from hearing, not deciding.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743575" y="3657600"/>
            <a:ext cx="2857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57850" y="4000500"/>
            <a:ext cx="3028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Gestures run on plain code, much quicker and easier. No special LLM needed.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19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3000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486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 THE PHONE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say what to tap; Verdict picks one thing on the screen, or none.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1743075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"tap the search button"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2925" y="2200275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 (button, top left)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2925" y="2486025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 (button, top right)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2925" y="2771775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Shorts (tab, bottom)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2925" y="3057525"/>
            <a:ext cx="3657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28625" y="3457575"/>
            <a:ext cx="1057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MODEL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0325" y="342900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118M, 2.1 ms on the PC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8625" y="3771900"/>
            <a:ext cx="1343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ON DISK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743325"/>
            <a:ext cx="1571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118 MB, 45 MB pruned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8625" y="4086225"/>
            <a:ext cx="1485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NETWORK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57525" y="4057650"/>
            <a:ext cx="1257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none: 100% local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28625" y="4400550"/>
            <a:ext cx="1228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STATUS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143250" y="4371975"/>
            <a:ext cx="1171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shipped yet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29175" y="885825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HOW IT GOT HERE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86325" y="12858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125730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Trained jevlike first: fast, 0.978 on synthetic phrases, but 0.447 on real screens.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86325" y="19716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194310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 did better at picking things by phrase: 0.646 on the same real screens.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86325" y="26574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72100" y="262890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Verdict became the model to train and fine-tune.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86325" y="33432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72100" y="331470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jevlike, fine-tuned earlier, served as its teacher.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86325" y="40290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372100" y="4000500"/>
            <a:ext cx="33147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Fine-tuned on real screens: ~12–14 h total on the Strix Halo (8.75 h of it logged).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20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7343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Raising the numbers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914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ACCURACY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457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Picking the right target on real screens (dev-test, 344 rows):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145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JEVLIKE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228850" y="1914525"/>
            <a:ext cx="80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0027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 V1D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57550" y="2400300"/>
            <a:ext cx="80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0.738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860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CLOUD, FOR SCALE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86175" y="2886075"/>
            <a:ext cx="80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8612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Unseen phrasings (synthetic):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71875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BEFORE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43175" y="3771900"/>
            <a:ext cx="80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0.545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576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AFTER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28950" y="4257675"/>
            <a:ext cx="80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0.675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is smarter but slower (p50 0.7 s) and misses "none" more often (0.43 vs 0.53).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572125" y="885825"/>
            <a:ext cx="31718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WHAT RAISED THEM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57850" y="1285875"/>
            <a:ext cx="302895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 screens: 4,648 rows from 613 screens in 57 apps.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blind second labelling pass: 97% agreement.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 embeddings and a higher learning rate (v1d).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Filler words cut "none" recall to 0.25; a normaliser brings it back to 0.80.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Hidden elements dropped from the options.</a:t>
            </a:r>
            <a:endParaRPr lang="en-US" sz="9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Honest scoring: held-out apps, 5-fold cross-fit, a sealed locked test.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29325" y="4114800"/>
            <a:ext cx="268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wrong taps 0.036, under the 0.05 bound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29325" y="4457700"/>
            <a:ext cx="268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"none" recall 0.62, gate is 0.8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6143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When it's unsure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885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CHAIN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314450"/>
            <a:ext cx="2286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RULES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18288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gestures: instant and exact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314450"/>
            <a:ext cx="2286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phrases: on the phone, milliseconds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29375" y="1314450"/>
            <a:ext cx="2286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CLOUD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29375" y="18288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neither understands: slower, smarter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1475" y="2828925"/>
            <a:ext cx="15144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JEV API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28975"/>
            <a:ext cx="382905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TypeSafe's typed-decision API (Jev).</a:t>
            </a:r>
            <a:endParaRPr lang="en-US" sz="1000" dirty="0"/>
          </a:p>
          <a:p>
            <a:pPr algn="l" marL="177800" indent="-1778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Put your key in the app's settings; it asks the same /v1/systemone endpoint.</a:t>
            </a:r>
            <a:endParaRPr lang="en-US" sz="1000" dirty="0"/>
          </a:p>
          <a:p>
            <a:pPr algn="l" marL="177800" indent="-1778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Jev answers in 253 ms median, 437 ms p95 (published desktop figures).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29175" y="2828925"/>
            <a:ext cx="2171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OLLAMA KEY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14900" y="3228975"/>
            <a:ext cx="3771900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 a month: really cheap DeepSeek, plus whatever other models you can use.</a:t>
            </a:r>
            <a:endParaRPr lang="en-US" sz="10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 long as you don't mind giving your information away to China.</a:t>
            </a:r>
            <a:endParaRPr lang="en-US" sz="10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Smarter than Verdict on real screens (0.852 vs 0.738), but slower: 0.7 s p50.</a:t>
            </a:r>
            <a:endParaRPr lang="en-US" sz="1000" dirty="0"/>
          </a:p>
          <a:p>
            <a:pPr algn="l" marL="177800" indent="-1778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 answers are unscored, so risky taps wait for a confirm pop.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1433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Your voice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8289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TRAIN GESTURES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1550" y="134302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RISE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143125" y="1600200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7/8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400425" y="134302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FALL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00200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0/8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71550" y="2057400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ARCH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43125" y="2314575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5/8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00425" y="2057400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DIP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14575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71550" y="277177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FLAT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143125" y="3028950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00425" y="2771775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POP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028950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4/4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1550" y="3486150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CLICK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143125" y="3743325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2/4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00425" y="3486150"/>
            <a:ext cx="1428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HISS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743325"/>
            <a:ext cx="514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0/4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28625" y="4171950"/>
            <a:ext cx="474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take is one variation: hummed or whistled, low or high, slow or quick. Takes save as you go.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86425" y="885825"/>
            <a:ext cx="2971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ENROL YOUR OWN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857875" y="1314450"/>
            <a:ext cx="2743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CUSTOM SOUND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772150" y="1657350"/>
            <a:ext cx="29146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Invent one (a meow, a trill). It becomes my sound "meow"; bind it with a rule.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57875" y="2286000"/>
            <a:ext cx="2743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IGNORE SOUND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772150" y="2628900"/>
            <a:ext cx="29146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sneeze, the kettle. Always does nothing.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857875" y="3257550"/>
            <a:ext cx="2743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YOUR GESTURE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772150" y="3600450"/>
            <a:ext cx="29146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own rise or pop, trusted over the default.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772150" y="4229100"/>
            <a:ext cx="29146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3–5 examples each, matched on the phone before any model.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63722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Built with agents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714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LOOP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2858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1445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PLAN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600200"/>
            <a:ext cx="39433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Graph out and document everything first: the wiki, a decision log, the risks.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28625" y="214312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7170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57450"/>
            <a:ext cx="39433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pick the designs and libraries from the options the agents lay out.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8625" y="30003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02895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BUILD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314700"/>
            <a:ext cx="39433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 each own one folder and its tests; subagents fan out the grunt work.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28625" y="385762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86200"/>
            <a:ext cx="1714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ITERATE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71950"/>
            <a:ext cx="39433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Try it on the phone, measure, and loop.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00675" y="885825"/>
            <a:ext cx="1743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CREW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57825" y="1285875"/>
            <a:ext cx="828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LEAD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29500" y="1257300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 (Anthropic)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57825" y="1685925"/>
            <a:ext cx="1257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AGENTS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15225" y="1657350"/>
            <a:ext cx="1200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 to ~12 at once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57825" y="2085975"/>
            <a:ext cx="1857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SUBAGENTS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572375" y="2057400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 for labelling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57825" y="2486025"/>
            <a:ext cx="14859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HARNESS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629525" y="2457450"/>
            <a:ext cx="108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Eidolon, custom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457825" y="2886075"/>
            <a:ext cx="18288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EXECUTORS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2857500"/>
            <a:ext cx="942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DeepSeek V4.1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57825" y="3286125"/>
            <a:ext cx="1971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OLLAMA PRO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915275" y="325755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 a month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57825" y="3686175"/>
            <a:ext cx="1714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DECISIONS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915275" y="365760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140+ logged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457825" y="4086225"/>
            <a:ext cx="1943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FIRST BUILD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058150" y="4057650"/>
            <a:ext cx="657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~24 hours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2600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THE PHONE MIC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3829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Videos made gestures: 30–47 would-act sounds a minute, even with Android's echo cancelling. So, layers: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28625" y="1971675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NDK: the pendant's C++ extractor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14350" y="2400300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gate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0075" y="2828925"/>
            <a:ext cx="3543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 lock, "pop pop" unlocks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5755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taps from phone-mic pops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71525" y="3686175"/>
            <a:ext cx="3200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B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lone "up"/"down": pendant only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4114800"/>
            <a:ext cx="3028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calibration at the end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7200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video alone: 0 "pop pop"s in 5.4 min.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29175" y="885825"/>
            <a:ext cx="1971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ALSO HARD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00625" y="1314450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MOBILE DEV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14900" y="1628775"/>
            <a:ext cx="3771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to Android and Dart: accessibility, BLE, a launch crash. Now: emulator suite + launch check before any install.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00625" y="2200275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14900" y="2514600"/>
            <a:ext cx="3771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Strong on synthetic data, weak on real screens (0.447) until real screens, blind labels and cross-fit.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00625" y="3086100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DATASETS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914900" y="3400425"/>
            <a:ext cx="3771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4,648 real rows from 613 screens; phone data never leaves the box; a sealed test.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00625" y="3971925"/>
            <a:ext cx="3600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EBD3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4900" y="4286250"/>
            <a:ext cx="37719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last step that fits the thresholds to each voice. It holds up well across profiles.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6257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Could be cheaper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885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HARDWARE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5875"/>
            <a:ext cx="3771900" cy="3514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 with no pendant: the phone mic alone works, for $0 of parts.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 the 10-minute fit tests first: v1 of the case was a whole wasted print.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Skip the LiPo ($8–12): a power bank you already own does the job.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29175" y="885825"/>
            <a:ext cx="3286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COMPUTE + MODELS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14900" y="1285875"/>
            <a:ext cx="3771900" cy="3514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Gestures ended up as plain code, so the gesture-model track could go: jevlike sweeps (8.75 h logged) and Kev 0.8B (dropped).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teacher labellers scored 0.69–0.79 and never replaced the code labels.</a:t>
            </a:r>
            <a:endParaRPr lang="en-US" sz="1200" dirty="0"/>
          </a:p>
          <a:p>
            <a:pPr algn="l" marL="177800" indent="-177800">
              <a:spcAft>
                <a:spcPts val="900"/>
              </a:spcAft>
              <a:buSzPct val="100000"/>
              <a:buChar char="■"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 only the model you ship. Once Verdict is on the phone, the $20/mo cloud key is optional.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5800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Where it stands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39147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ROUND 6 · 2026-09-27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85825" y="1285875"/>
            <a:ext cx="1771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JVM TESTS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43775" y="1257300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498 / 498 pass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85825" y="1685925"/>
            <a:ext cx="12287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PYTEST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72300" y="1657350"/>
            <a:ext cx="1685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145 pass + 8 xfail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5825" y="2057400"/>
            <a:ext cx="1343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FLUTTER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15100" y="202882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94 ui + 10 desktop pass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5825" y="2457450"/>
            <a:ext cx="28289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FIRMWARE PARITY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58175" y="2428875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5825" y="2828925"/>
            <a:ext cx="342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 WRONG TAPS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86575" y="2800350"/>
            <a:ext cx="1771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0.036 (bound 0.050)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5825" y="3228975"/>
            <a:ext cx="3543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VERDICT NONE RECALL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229475" y="320040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 (gate 0.8)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5825" y="3600450"/>
            <a:ext cx="2600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EMULATOR SUITE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58025" y="3571875"/>
            <a:ext cx="1600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pass · 11 fail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5825" y="4000500"/>
            <a:ext cx="2143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PENDANT MIC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229475" y="3971925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reads all zeros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5825" y="4371975"/>
            <a:ext cx="24288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B4A CROSS-FIT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2300" y="4343400"/>
            <a:ext cx="1685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interrupted, rerun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71450"/>
            <a:ext cx="5429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85825" y="142875"/>
            <a:ext cx="2028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Next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71475" y="885825"/>
            <a:ext cx="16573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DO FIRST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8625" y="12858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573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 why 11 emulator tests fail: gesture confirmation and cursor taps.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8625" y="18573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28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the pendant mic wiring on the lid header.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8625" y="24288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003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Rerun the Verdict b4a cross-fit and refit the phone thresholds.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8625" y="30003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71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Calibrate the phone mic: clicks, whistle, hiss, room.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8625" y="35718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433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Recapture three screen sets with the badge hidden.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8625" y="4143375"/>
            <a:ext cx="371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148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Fold this session into the decision log.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43625" y="885825"/>
            <a:ext cx="2114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757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HOUSE RULE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29350" y="1285875"/>
            <a:ext cx="24574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D2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any phone install: run the emulator suite and a launch check. Unit tests never build the real screen, and that let a launch crash through.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VOX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Canti: project overview</dc:title>
  <dc:subject>PptxGenJS Presentation</dc:subject>
  <dc:creator>PptxGenJS</dc:creator>
  <cp:lastModifiedBy>PptxGenJS</cp:lastModifiedBy>
  <cp:revision>1</cp:revision>
  <dcterms:created xsi:type="dcterms:W3CDTF">2026-09-27T17:10:14Z</dcterms:created>
  <dcterms:modified xsi:type="dcterms:W3CDTF">2026-09-27T17:10:14Z</dcterms:modified>
</cp:coreProperties>
</file>