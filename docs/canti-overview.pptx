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14750" y="371475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Hands-free phone control by hum, pop and hiss.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714750" y="411480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PROJECT OVERVIEW  ·  VOX / CANTI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1146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idea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5431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CANTI IS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1314450"/>
            <a:ext cx="4114800" cy="337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make a small sound. The phone swipes, taps or goes back.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 words needed: hums that rise, fall, arch or dip, lip pops, tongue clicks, hisses and whistles, plus sounds you invent.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Spoken phrases are an opt-in extra, opened by "pop pop".</a:t>
            </a:r>
            <a:endParaRPr lang="en-US" sz="13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Pitch is read relative to where each hum starts, never as an absolute note. Absolute notes lost in the prior art: 2.6 s against 1.4 s per target (Sporka 2006).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172075" y="885825"/>
            <a:ext cx="2486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EIGHT SOUNDS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1150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7230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829550" y="2228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150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97230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829550" y="3371850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9434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Why I built it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943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SPARK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3829050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AI service was selling a box that records your voice all day, and a dictation model sends it wherever you want.</a:t>
            </a:r>
            <a:endParaRPr lang="en-US" sz="1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cost $200. But it is just a microphone pointed at yourself, so I built my own.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146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THEIR BOX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43250" y="27146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004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CANTI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143250" y="34004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~$15–20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57675"/>
            <a:ext cx="38290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Parts: a $7 Pico 2 W, a $2–4 I2S mic, a button, an LED, a printed case.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829175" y="8858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WHY SWIPES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14900" y="1285875"/>
            <a:ext cx="3771900" cy="2200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 TikTok and reels I kept wishing for an auto-scroller. You are not always holding the phone, and waiting out every video is annoying.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 it scrolls for you, or dictates.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helps people with accessibility needs use their phone at all.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Full range of motion: gestures, plus a cursor.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29175" y="3800475"/>
            <a:ext cx="10858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14900" y="4200525"/>
            <a:ext cx="377190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Desktop and web control (computer use). A prototype exists.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772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HEAR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Pico 2 W pendant with an I2S mic hears each sound.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0325" y="885825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 DESCRIBE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7146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It writes the sound as one line of text and sends it over Bluetooth 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291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 DECIDE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94347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phone groups sounds, reads the screen, and picks the action.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8025" y="885825"/>
            <a:ext cx="1171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 ACT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72325" y="2057400"/>
            <a:ext cx="1514475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Android swipes, taps or goes back, then checks that it worked.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29050"/>
            <a:ext cx="57150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THE PENDANT SENDS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171950"/>
            <a:ext cx="8286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 that rises from low to high; pitch change large; duration short; …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200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sounds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171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DEFAULT BINDINGS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SOUND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8700" y="1600200"/>
            <a:ext cx="6572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14675" y="1571625"/>
            <a:ext cx="771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up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19716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914650" y="194310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down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343150"/>
            <a:ext cx="7715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28925" y="23145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right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2714625"/>
            <a:ext cx="514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2686050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swipe left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086100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914650" y="3057525"/>
            <a:ext cx="971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long press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3457575"/>
            <a:ext cx="685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86150" y="3429000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3829050"/>
            <a:ext cx="600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3800475"/>
            <a:ext cx="314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1343025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SEQUENCES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229225" y="16002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172450" y="157162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229225" y="2000250"/>
            <a:ext cx="16859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CLICK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172450" y="1971675"/>
            <a:ext cx="400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home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29225" y="2400300"/>
            <a:ext cx="15430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 HISS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886700" y="2371725"/>
            <a:ext cx="685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forward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29225" y="2800350"/>
            <a:ext cx="12287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 POP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972425" y="2771775"/>
            <a:ext cx="600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listen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229225" y="3200400"/>
            <a:ext cx="17430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 + HOLD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58050" y="3171825"/>
            <a:ext cx="13144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keep scrolling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200525" y="3714750"/>
            <a:ext cx="45148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lone pop taps only from the pendant; phone-mic pops do nothing. Every binding can be changed per app.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543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pendant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8859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HARDWARE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0125" y="1428750"/>
            <a:ext cx="10858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14725" y="1400175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Pico 2 W · $7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0125" y="1828800"/>
            <a:ext cx="628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28975" y="1800225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INMP441 I2S MEMS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0125" y="2228850"/>
            <a:ext cx="20002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WIRED BUILD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57650" y="220027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~$15–20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00125" y="2628900"/>
            <a:ext cx="22574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WITH BATTERY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057650" y="2600325"/>
            <a:ext cx="68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~$25–32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0125" y="3028950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000375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vox_node 0.2.2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00125" y="3429000"/>
            <a:ext cx="20574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FLASH / RAM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14700" y="34004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519 KB / 270 KB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" y="4229100"/>
            <a:ext cx="485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Worn as a necklace in a 3D-printed case. It runs from a USB power bank.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00675" y="8858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ONE BUTTON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514975" y="1400175"/>
            <a:ext cx="17430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 PRESSES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800975" y="1371600"/>
            <a:ext cx="85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arm / off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514975" y="1857375"/>
            <a:ext cx="1257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 CLICK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1828800"/>
            <a:ext cx="1514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 ⇄ cursor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14975" y="2314575"/>
            <a:ext cx="1457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1 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429500" y="22860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disarm, sleep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14975" y="27717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HOLD 5 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429500" y="274320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pair for 60 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257800" y="3914775"/>
            <a:ext cx="3657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sound cannot reliably stop the thing that is misreading sounds, so stop lives on the button.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case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PRINTED PARTS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85775" y="3571875"/>
            <a:ext cx="23431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BASE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43275" y="3571875"/>
            <a:ext cx="23431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LID, INSIDE UP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40290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PLUNGER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42862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presses the button through the lid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371975" y="4029075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CLIP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371975" y="428625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holds the mic in the lid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257925" y="885825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PRINT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128587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BASE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343650" y="151447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back face down · 1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43650" y="171450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43650" y="194310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outer face down · 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343650" y="214312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PLUNGER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43650" y="237172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flange down · 1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43650" y="257175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CLIP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43650" y="280035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flat · print 2–3, tiny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343650" y="3000375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FIT TEST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43650" y="3228975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optional: board fit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43650" y="3429000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TEST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343650" y="3657600"/>
            <a:ext cx="2343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optional: pocket, 10 min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343650" y="3971925"/>
            <a:ext cx="23431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PLA, 0.2 mm layers, no supports. About 55 × 75 × 20 mm plus the necklace loop.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457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Moving the mic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800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V1 · UNDER THE BOARD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457575"/>
            <a:ext cx="36004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pocket on the back wall, under the board, with the port through the back.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Six short wires soldered to the board.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Way too hard to work with: to reach the mic, the whole board comes out.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00625" y="885825"/>
            <a:ext cx="2657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V2 · IN THE LID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86350" y="3314700"/>
            <a:ext cx="3600450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Clipped into a pocket in the lid, over a 2 mm hole.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Five Dupont wires plug onto a header on the board.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Unplug the lid and the mic comes with it: easy to swap or take out.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2579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mic in the lid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0859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POCKET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171825" y="225742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C-CLIP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57575"/>
            <a:ext cx="382905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lid's pocket, printed on its own as mic_test.stl (about 10 minutes) to check the module, foam and clip fit before the whole lid.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29175" y="885825"/>
            <a:ext cx="1914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128587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fabric disc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543050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lid, 2 mm hole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18002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foam 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0288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mic, label side up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257425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C-clip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14600"/>
            <a:ext cx="2085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wires to the board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29175" y="3228975"/>
            <a:ext cx="1714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PLUG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8632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GND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657850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3V3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00900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972425" y="3629025"/>
            <a:ext cx="714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SCK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86325" y="4000500"/>
            <a:ext cx="38290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right-angle header, column 9, rows 3–7: the plug lies flat under the lid.</a:t>
            </a:r>
            <a:endParaRPr lang="en-US" sz="900" dirty="0"/>
          </a:p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8–9 cm of cable: the lid sets down beside the case, still plugged in.</a:t>
            </a:r>
            <a:endParaRPr lang="en-US" sz="900" dirty="0"/>
          </a:p>
          <a:p>
            <a:pPr algn="l" marL="177800" indent="-177800">
              <a:spcAft>
                <a:spcPts val="1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L/R is bridged to GND on the module, so 5 wires, not 6.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8294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Mapped, then built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BOARD MAP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0075" y="2800350"/>
            <a:ext cx="828675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800350" y="148590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ZONE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800350" y="174307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parts under 4 mm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2800350" y="211455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800350" y="237172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GP13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800350" y="274320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BUTTON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00350" y="300037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GP14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00350" y="3371850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MIC PLUG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00350" y="3629025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col 9, rows 3–7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800350" y="408622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USB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800350" y="4343400"/>
            <a:ext cx="1514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86275"/>
            <a:ext cx="38290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1:1 template (layout.svg): print it, check the 40 mm bar, build the board on it.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885825"/>
            <a:ext cx="3886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BUILD BOOK · 28 STEPS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00625" y="1314450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BREADBOARD · 1–10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914900" y="1657350"/>
            <a:ext cx="37719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1–4 Pico headers, button, LED, flash and test.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5–10 rails, mic wires, L/R bridge, mic level.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000625" y="2200275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NECKLACE · 11–28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914900" y="2543175"/>
            <a:ext cx="3771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11–15 template, place and solder the Pico.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16–21 LED, button, mic header, beep test.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22–28 measure, print, foam ring, plug, mic into the lid, close.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000625" y="3457575"/>
            <a:ext cx="36004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MEASURE FIRST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914900" y="3800475"/>
            <a:ext cx="37719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 values drive every hole in the OpenSCAD model. Asserts stop a change that breaks a fit, and the clash check must come out empty.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10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6290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145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EVERY 10 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14450"/>
            <a:ext cx="19716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16 KHZ MIC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7475" y="1314450"/>
            <a:ext cx="11430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PITCH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029075" y="1314450"/>
            <a:ext cx="11715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LABEL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28800"/>
            <a:ext cx="4857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10 ms the pendant looks at the last 32 ms of sound, tracks pitch (MPM) and the noise floor, and labels each finished sound: rise, fall, arch, dip, flat, pop, click, hiss or unknown. The code is a C++ port of the Python reference extractor, on the Pico's second core.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71825"/>
            <a:ext cx="15716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HOP COST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086225" y="3143250"/>
            <a:ext cx="1228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16% of budget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00475"/>
            <a:ext cx="2028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CORE 1 LOAD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29175" y="3771900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15.6%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29125"/>
            <a:ext cx="2286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TEST VECTORS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171950" y="4400550"/>
            <a:ext cx="114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19 pass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8578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BLE LINK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029325" y="14001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EVENT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0" y="13716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notify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1771650"/>
            <a:ext cx="1200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CONFIG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15300" y="1743075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write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29325" y="2143125"/>
            <a:ext cx="800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INFO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01025" y="2114550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2686050"/>
            <a:ext cx="274320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Encrypted bonding; new bonds only in a 60 s window.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command gets one reply, or times out at 1.5 s.</a:t>
            </a:r>
            <a:endParaRPr lang="en-US" sz="11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dropped link disarms.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8291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the phone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3431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ANDROID APP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SOURCE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pendant, phone mic or USB mic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143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GROUP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143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groups sounds on the device clock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857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MATCH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57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matches your enrolled sounds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5721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5721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first, a model for hard cases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86625" y="1343025"/>
            <a:ext cx="142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ACT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286625" y="1885950"/>
            <a:ext cx="1428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 via accessibility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71475" y="288607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GUARDS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86125"/>
            <a:ext cx="382905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Likes, follows and shares need a confirm pop.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stale screen tree is refused.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 calls time out; late answers are dropped.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29175" y="288607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PHRASES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14900" y="3286125"/>
            <a:ext cx="3771900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"pop pop" opens a 6 s window.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On-device speech recognition, offline.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Timers, volume, open app, tap a target, type.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Deciding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200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Seconds from the end of a sound to the action (estimates):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2925" y="1828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FAST PATH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2925" y="2400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PHONE MODEL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2925" y="29718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 MODEL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000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2858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0.25 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3717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0.5 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45757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0.75 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43425" y="3686175"/>
            <a:ext cx="6858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1.0 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943350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225 ms lag tripled pointing errors (MacKenzie &amp; Ware 1993). So fixed bindings act locally, and models only get what rules cannot settle.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72125" y="885825"/>
            <a:ext cx="2600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WHY CODE WON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743575" y="1314450"/>
            <a:ext cx="2857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FIRST PLAN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657850" y="1657350"/>
            <a:ext cx="3028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model on the phone picks each next move from your voice training data.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743575" y="2486025"/>
            <a:ext cx="2857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I FOUND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657850" y="2828925"/>
            <a:ext cx="3028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Once a sound is labelled, a rule is exact and instant. The errors come from hearing, not deciding.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743575" y="3657600"/>
            <a:ext cx="2857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SO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657850" y="4000500"/>
            <a:ext cx="3028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 run on plain code, much quicker and easier. No special LLM needed.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0003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486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THE PHONE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38290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 say what to tap; Verdict picks one thing on the screen, or none.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743075"/>
            <a:ext cx="3886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"tap the search button"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2925" y="220027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Home (button, top left)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2925" y="248602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Search (button, top right)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2925" y="277177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Shorts (tab, bottom)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2925" y="3057525"/>
            <a:ext cx="36576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28625" y="3457575"/>
            <a:ext cx="10572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MODEL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600325" y="342900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118M, 2.1 ms on the PC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8625" y="3771900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ON DISK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743325"/>
            <a:ext cx="1571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118 MB, 45 MB pruned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28625" y="4086225"/>
            <a:ext cx="14859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NETWORK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057525" y="4057650"/>
            <a:ext cx="1257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none: 100% local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8625" y="4400550"/>
            <a:ext cx="12287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STATUS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143250" y="4371975"/>
            <a:ext cx="11715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not shipped yet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829175" y="885825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HOW IT GOT HERE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86325" y="1285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372100" y="12573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Trained jevlike first: fast, 0.978 on synthetic phrases, but 0.447 on real screens.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86325" y="19716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372100" y="19431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 did better at picking things by phrase: 0.646 on the same real screens.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86325" y="26574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372100" y="26289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 Verdict became the model to train and fine-tune.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886325" y="33432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5372100" y="33147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jevlike, fine-tuned earlier, served as its teacher.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886325" y="40290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372100" y="400050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Fine-tuned on real screens: ~12–14 h total on the Strix Halo (8.75 h of it logged).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73437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Raising the numbers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9145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ACCURACY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5875"/>
            <a:ext cx="4572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Picking the right target on real screens (dev-test, 344 rows):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145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JEVLIKE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228850" y="1914525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0.465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00275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V1D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57550" y="2400300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0.738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8605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CLOUD, FOR SCALE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86175" y="2886075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0.852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86125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Unseen phrasings (synthetic):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71875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BEFORE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543175" y="3771900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0.545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5765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AFTER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028950" y="4257675"/>
            <a:ext cx="8001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0.675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457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is smarter but slower (p50 0.7 s) and misses "none" more often (0.43 vs 0.53).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572125" y="885825"/>
            <a:ext cx="31718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WHAT RAISED THEM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657850" y="1285875"/>
            <a:ext cx="302895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screens: 4,648 rows from 613 screens in 57 apps.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blind second labelling pass: 97% agreement.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Frozen embeddings and a higher learning rate (v1d).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Filler words cut "none" recall to 0.25; a normaliser brings it back to 0.80.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Hidden elements dropped from the options.</a:t>
            </a:r>
            <a:endParaRPr lang="en-US" sz="9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scoring: held-out apps, 5-fold cross-fit, a sealed locked test.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029325" y="4114800"/>
            <a:ext cx="2686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wrong taps 0.036, under the 0.05 bound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29325" y="4457700"/>
            <a:ext cx="26860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"none" recall 0.62, gate is 0.8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15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61436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When it's unsure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8859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CHAIN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14450"/>
            <a:ext cx="228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RULES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828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gestures: instant and exact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1314450"/>
            <a:ext cx="228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28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phrases: on the phone, milliseconds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429375" y="1314450"/>
            <a:ext cx="228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CLOUD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29375" y="18288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neither understands: slower, smarter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71475" y="2828925"/>
            <a:ext cx="15144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JEV API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28975"/>
            <a:ext cx="3829050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TypeSafe's typed-decision API (Jev).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Put your key in the app's settings; it asks the same /v1/systemone endpoint.</a:t>
            </a:r>
            <a:endParaRPr lang="en-US" sz="1000" dirty="0"/>
          </a:p>
          <a:p>
            <a:pPr algn="l" marL="177800" indent="-177800">
              <a:spcAft>
                <a:spcPts val="3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Jev answers in 253 ms median, 437 ms p95 (published desktop figures).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29175" y="2828925"/>
            <a:ext cx="21717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OLLAMA KEY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914900" y="3228975"/>
            <a:ext cx="3771900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a month: really cheap DeepSeek, plus whatever other models you can use.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 long as you don't mind giving your information away to China.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Smarter than Verdict on real screens (0.852 vs 0.738), but slower: 0.7 s p50.</a:t>
            </a:r>
            <a:endParaRPr lang="en-US" sz="1000" dirty="0"/>
          </a:p>
          <a:p>
            <a:pPr algn="l" marL="177800" indent="-177800">
              <a:spcAft>
                <a:spcPts val="200"/>
              </a:spcAft>
              <a:buSzPct val="100000"/>
              <a:buChar char="■"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answers are unscored, so risky taps wait for a confirm pop.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16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41433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voice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TRAIN GESTURES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71550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RISE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143125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7/8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400425" y="134302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FALL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60020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71550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43125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5/8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00425" y="205740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DIP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1457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1550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FLAT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143125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0/8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400425" y="2771775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POP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28950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4/4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71550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CLICK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143125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2/4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400425" y="3486150"/>
            <a:ext cx="1428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HISS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3743325"/>
            <a:ext cx="514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0/4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28625" y="4171950"/>
            <a:ext cx="47434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Each take is one variation: hummed or whistled, low or high, slow or quick. Takes save as you go.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686425" y="885825"/>
            <a:ext cx="29718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ENROL YOUR OWN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857875" y="13144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CUSTOM SOUND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72150" y="16573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Invent one (a meow, a trill). It becomes my sound "meow"; bind it with a rule.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57875" y="228600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IGNORE SOUND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772150" y="26289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sneeze, the kettle. Always does nothing.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57875" y="3257550"/>
            <a:ext cx="27432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YOUR GESTURE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772150" y="360045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own rise or pop, trusted over the default.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772150" y="4229100"/>
            <a:ext cx="29146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3–5 examples each, matched on the phone before any model.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17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3286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look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THE PIXEL KIT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3430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INK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28625" y="1571625"/>
            <a:ext cx="857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1D2757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400175" y="13430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PAPER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00175" y="1571625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DDEBD3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600325" y="1257300"/>
            <a:ext cx="29146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Two tones, no greys. A shade is a density of dots.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86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MAIN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859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PRESS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9432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OFF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200525" y="2000250"/>
            <a:ext cx="12001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FOCUS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8625" y="2600325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Buttons: double frame for the main action, inverted when pressed, dotted when disabled, corner brackets for focus.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1525" y="3600450"/>
            <a:ext cx="10287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EMPTY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200525" y="3200400"/>
            <a:ext cx="1314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Hatch for empty areas; pips and bars for meters; motion flickers on in whole steps, never fades.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8625" y="4343400"/>
            <a:ext cx="50863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Type here: Silkscreen for titles and labels, IBM Plex Mono for reading. The app uses Press Start 2P and Tiny5.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29325" y="885825"/>
            <a:ext cx="1600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SIGNALS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43675" y="134302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LISTENING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43675" y="1771650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WAITING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43675" y="2200275"/>
            <a:ext cx="2000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STOP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5720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Canti, the badge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58007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Where it stands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39147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ROUND 6 · 2026-09-27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5825" y="1285875"/>
            <a:ext cx="17716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JVM TESTS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43775" y="1257300"/>
            <a:ext cx="13144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498 / 498 pass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5825" y="1685925"/>
            <a:ext cx="12287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PYTEST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972300" y="165735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145 pass + 8 xfail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5825" y="2057400"/>
            <a:ext cx="1343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FLUTTER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15100" y="2028825"/>
            <a:ext cx="21431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ui + 10 desktop pass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85825" y="2457450"/>
            <a:ext cx="28289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FIRMWARE PARITY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58175" y="2428875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pass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85825" y="2828925"/>
            <a:ext cx="342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WRONG TAPS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86575" y="2800350"/>
            <a:ext cx="1771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0.036 (bound 0.050)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85825" y="3228975"/>
            <a:ext cx="35433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VERDICT NONE RECALL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229475" y="3200400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0.62 (gate 0.8)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5825" y="3600450"/>
            <a:ext cx="26003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EMULATOR SUITE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58025" y="3571875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pass · 11 fail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85825" y="4000500"/>
            <a:ext cx="21431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PENDANT MIC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229475" y="3971925"/>
            <a:ext cx="1428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reads all zeros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5825" y="4371975"/>
            <a:ext cx="2428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B4A CROSS-FIT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72300" y="4343400"/>
            <a:ext cx="16859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interrupted, rerun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171450"/>
            <a:ext cx="542925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19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85825" y="142875"/>
            <a:ext cx="20288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Next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371475" y="885825"/>
            <a:ext cx="16573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DO FIRST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8625" y="1285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257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Find why 11 emulator tests fail: gesture confirmation and cursor taps.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28625" y="1857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828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Check the pendant mic wiring on the lid header.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8625" y="2428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00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Rerun the Verdict b4a cross-fit and refit the phone thresholds.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8625" y="3000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71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Calibrate the phone mic: clicks, whistle, hiss, room.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28625" y="35718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433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Recapture three screen sets with the badge hidden.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28625" y="4143375"/>
            <a:ext cx="3714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6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14800"/>
            <a:ext cx="468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Fold this session into the decision log.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3625" y="885825"/>
            <a:ext cx="211455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757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HOUSE RULE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29350" y="1285875"/>
            <a:ext cx="245745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D275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Before any phone install: run the emulator suite and a launch check. Unit tests never build the real screen, and that let a launch crash through.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286250" y="1771650"/>
            <a:ext cx="42862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DEBD3"/>
                </a:solidFill>
                <a:latin typeface="Silkscreen" pitchFamily="34" charset="0"/>
                <a:ea typeface="Silkscreen" pitchFamily="34" charset="-122"/>
                <a:cs typeface="Silkscreen" pitchFamily="34" charset="-120"/>
              </a:rPr>
              <a:t>Thanks.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286250" y="2514600"/>
            <a:ext cx="428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286250" y="30289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DEB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Design docs: wiki/index.md  ·  Brand: brand/README.md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VOX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Canti: project overview</dc:title>
  <dc:subject>PptxGenJS Presentation</dc:subject>
  <dc:creator>PptxGenJS</dc:creator>
  <cp:lastModifiedBy>PptxGenJS</cp:lastModifiedBy>
  <cp:revision>1</cp:revision>
  <dcterms:created xsi:type="dcterms:W3CDTF">2026-09-27T14:54:06Z</dcterms:created>
  <dcterms:modified xsi:type="dcterms:W3CDTF">2026-09-27T14:54:06Z</dcterms:modified>
</cp:coreProperties>
</file>